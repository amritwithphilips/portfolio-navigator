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4db05483564f86" /><Relationship Type="http://schemas.openxmlformats.org/officeDocument/2006/relationships/extended-properties" Target="/docProps/app.xml" Id="R0c0653603a7e4fc4" /><Relationship Type="http://schemas.openxmlformats.org/officeDocument/2006/relationships/officeDocument" Target="/ppt/presentation.xml" Id="R2cc7cc01867346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98d579a5914de0"/>
  </p:sldMasterIdLst>
  <p:notesMasterIdLst>
    <p:notesMasterId xmlns:r="http://schemas.openxmlformats.org/officeDocument/2006/relationships" r:id="R5e905dab35fc4e58"/>
  </p:notesMasterIdLst>
  <p:sldIdLst>
    <p:sldId xmlns:r="http://schemas.openxmlformats.org/officeDocument/2006/relationships" id="256" r:id="R3af7179461ce4bd7"/>
    <p:sldId xmlns:r="http://schemas.openxmlformats.org/officeDocument/2006/relationships" id="257" r:id="R2c9fee994471466c"/>
    <p:sldId xmlns:r="http://schemas.openxmlformats.org/officeDocument/2006/relationships" id="258" r:id="R705943fbc7dc4897"/>
  </p:sldIdLst>
  <p:sldSz cx="9144000" cy="5143500"/>
  <p:notesSz cx="6858000" cy="9144000"/>
</p:presentation>
</file>

<file path=ppt/authors.xml><?xml version="1.0" encoding="utf-8"?>
<p188:authorLst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8100" cy="381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fc6181679e4b3e" /><Relationship Type="http://schemas.openxmlformats.org/officeDocument/2006/relationships/slideMaster" Target="/ppt/slideMasters/slideMaster1.xml" Id="R4398d579a5914de0" /><Relationship Type="http://schemas.openxmlformats.org/officeDocument/2006/relationships/notesMaster" Target="/ppt/notesMasters/notesMaster1.xml" Id="R5e905dab35fc4e58" /><Relationship Type="http://schemas.openxmlformats.org/officeDocument/2006/relationships/presProps" Target="/ppt/presProps.xml" Id="R73afe2f353f740b3" /><Relationship Type="http://schemas.openxmlformats.org/officeDocument/2006/relationships/viewProps" Target="/ppt/viewProps.xml" Id="R4f4101669780441e" /><Relationship Type="http://schemas.openxmlformats.org/officeDocument/2006/relationships/tableStyles" Target="/ppt/tableStyles.xml" Id="Rf9f3e1f6f03143b8" /><Relationship Type="http://schemas.microsoft.com/office/2018/10/relationships/authors" Target="/ppt/authors.xml" Id="R2548ca3a552a45df" /><Relationship Type="http://schemas.openxmlformats.org/officeDocument/2006/relationships/slide" Target="/ppt/slides/slide1.xml" Id="R3af7179461ce4bd7" /><Relationship Type="http://schemas.openxmlformats.org/officeDocument/2006/relationships/slide" Target="/ppt/slides/slide2.xml" Id="R2c9fee994471466c" /><Relationship Type="http://schemas.openxmlformats.org/officeDocument/2006/relationships/slide" Target="/ppt/slides/slide3.xml" Id="R705943fbc7dc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1f1766584f4c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Phili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d3f60627724b38" /><Relationship Type="http://schemas.openxmlformats.org/officeDocument/2006/relationships/notesMaster" Target="/ppt/notesMasters/notesMaster1.xml" Id="Rac74a2bcc95a48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a68985e9b34fa5" /><Relationship Type="http://schemas.openxmlformats.org/officeDocument/2006/relationships/notesMaster" Target="/ppt/notesMasters/notesMaster1.xml" Id="Rfb86d77158314e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222031dc8f4d2a" /><Relationship Type="http://schemas.openxmlformats.org/officeDocument/2006/relationships/notesMaster" Target="/ppt/notesMasters/notesMaster1.xml" Id="R5ffac745bb9d42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15926_IT AOP2027 Demand.xlsx. Source SHA-256: 4ca3c6d4295996c1ff3062d22679ef272ee88a38a6050e112014e5ce25e2ba89. Displayed monetary values use ceiling rounding to one decimal while calculations retain source precision.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15926_IT AOP2027 Demand.xlsx. Source SHA-256: 4ca3c6d4295996c1ff3062d22679ef272ee88a38a6050e112014e5ce25e2ba89. Displayed monetary values use ceiling rounding to one decimal while calculations retain source precision.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15926_IT AOP2027 Demand.xlsx. Source SHA-256: 4ca3c6d4295996c1ff3062d22679ef272ee88a38a6050e112014e5ce25e2ba89. Displayed monetary values use ceiling rounding to one decimal while calculations retain source precision.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140e2983f4241" /><Relationship Type="http://schemas.openxmlformats.org/officeDocument/2006/relationships/image" Target="/ppt/media/image2.png" Id="Rd8dcac1f597f49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15d866a204a61" /><Relationship Type="http://schemas.openxmlformats.org/officeDocument/2006/relationships/image" Target="/ppt/media/image3.png" Id="Rf8c36761905c41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4fdb7e6774d7c" /><Relationship Type="http://schemas.openxmlformats.org/officeDocument/2006/relationships/image" Target="/ppt/media/image3.png" Id="R49861b53cecd44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62975f4274a55" /><Relationship Type="http://schemas.openxmlformats.org/officeDocument/2006/relationships/image" Target="/ppt/media/image4.png" Id="R8982e877964f41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abaa8fa6c4681" /><Relationship Type="http://schemas.openxmlformats.org/officeDocument/2006/relationships/image" Target="/ppt/media/image5.png" Id="R2f1db98a75e849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7bd3957574047" /><Relationship Type="http://schemas.openxmlformats.org/officeDocument/2006/relationships/image" Target="/ppt/media/image6.png" Id="R8ca81e13c60f418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62685a151469a" /><Relationship Type="http://schemas.openxmlformats.org/officeDocument/2006/relationships/image" Target="/ppt/media/image7.png" Id="R2f1c7abba9ea4a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f375215fb437f" /><Relationship Type="http://schemas.openxmlformats.org/officeDocument/2006/relationships/image" Target="/ppt/media/image7.png" Id="R50d1fdbc438d44e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950462e2b4770" /><Relationship Type="http://schemas.openxmlformats.org/officeDocument/2006/relationships/image" Target="/ppt/media/image6.png" Id="R4201b4150b4c44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eacf2cfa340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3d78678d14236" /><Relationship Type="http://schemas.openxmlformats.org/officeDocument/2006/relationships/image" Target="/ppt/media/image8.png" Id="R67c2a1f2def64e6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afaf6fc1f45d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a9dd4b6ef41d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5d10350104226" /><Relationship Type="http://schemas.openxmlformats.org/officeDocument/2006/relationships/image" Target="/ppt/media/image8.png" Id="R467db7a4de1b4f5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f29db7acc46c0" /><Relationship Type="http://schemas.openxmlformats.org/officeDocument/2006/relationships/image" Target="/ppt/media/image8.png" Id="R2883029d85b94fb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beec8469147c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34f498bf94d2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eeaad3d4b4e0c" /><Relationship Type="http://schemas.openxmlformats.org/officeDocument/2006/relationships/image" Target="/ppt/media/image8.png" Id="R2ba706892196438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bd7db0c9e4342" /><Relationship Type="http://schemas.openxmlformats.org/officeDocument/2006/relationships/image" Target="/ppt/media/image8.png" Id="Rba1ad8fd01bc4e6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57f85a0624a3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bc7f408f848e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2eaca35924d2d" /><Relationship Type="http://schemas.openxmlformats.org/officeDocument/2006/relationships/image" Target="/ppt/media/image8.png" Id="R7c4fbe3a8f55425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c7e072e83481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fec4f22e24cf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35739acab45d2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9df7ab0674c8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fa2f6a6004d4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f3a5fabb540ae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7892c83394a2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63404aad043a3" /><Relationship Type="http://schemas.openxmlformats.org/officeDocument/2006/relationships/image" Target="/ppt/media/image9.png" Id="R8cf4a18cc39540d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6b9dd5fe143f4" /><Relationship Type="http://schemas.openxmlformats.org/officeDocument/2006/relationships/image" Target="/ppt/media/image10.png" Id="Ra649f6bdb316458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5bb809eb5493d" /><Relationship Type="http://schemas.openxmlformats.org/officeDocument/2006/relationships/image" Target="/ppt/media/image11.png" Id="Rfb75054225f444d2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343d8b45a4993" /><Relationship Type="http://schemas.openxmlformats.org/officeDocument/2006/relationships/image" Target="/ppt/media/image12.png" Id="R0b9f463599014f3b" /></Relationships>
</file>

<file path=ppt/slideLayouts/slideLayout1.xml><?xml version="1.0" encoding="utf-8"?>
<p:sldLayout xmlns:p="http://schemas.openxmlformats.org/presentationml/2006/main" showMasterSp="0" preserve="1" userDrawn="1">
  <p:cSld name="Title slide - blue (vertical logo)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1" y="4466513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1" y="4277299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1" y="4088085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5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02920" y="2057400"/>
            <a:ext cx="6035040" cy="1207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02920" y="1764792"/>
            <a:ext cx="603504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cac1f597f49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7277" y="283122"/>
            <a:ext cx="841742" cy="45792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showMasterSp="0" preserve="1" userDrawn="1">
  <p:cSld name="Title slide - white (vertical logo)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1" y="4466069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1" y="4276855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1" y="4087641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02920" y="2057400"/>
            <a:ext cx="6035040" cy="1207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02920" y="1764792"/>
            <a:ext cx="6035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1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36761905c41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7277" y="283122"/>
            <a:ext cx="841742" cy="45792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preserve="1" userDrawn="1">
  <p:cSld name="Title slide - light blue (vertical logo)">
    <p:bg>
      <p:bgPr>
        <a:solidFill xmlns:a="http://schemas.openxmlformats.org/drawingml/2006/main">
          <a:srgbClr val="BD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1" y="4466069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1" y="4276855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1" y="4087641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02920" y="2057400"/>
            <a:ext cx="6035040" cy="1207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02920" y="1764792"/>
            <a:ext cx="6035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61b53cecd4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7277" y="283122"/>
            <a:ext cx="841742" cy="45792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Title slide - blue">
    <p:bg>
      <p:bgPr>
        <a:solidFill xmlns:a="http://schemas.openxmlformats.org/drawingml/2006/main">
          <a:srgbClr val="0B5E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1" y="4466513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1" y="4277299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1" y="4088085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502920" y="2743214"/>
            <a:ext cx="6035040" cy="1207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02920" y="2426750"/>
            <a:ext cx="6035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1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2e877964f41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643" y="494551"/>
            <a:ext cx="8162712" cy="14988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Title slide - 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1" y="4466069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6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1" y="4276855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1" y="4087641"/>
            <a:ext cx="42976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502920" y="2743200"/>
            <a:ext cx="6050280" cy="1207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02920" y="2423160"/>
            <a:ext cx="603504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1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db98a75e849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643" y="494551"/>
            <a:ext cx="8162712" cy="14988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Title slide: 1/3 logo blu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 hidden="1">
            <a:extLst xmlns:a="http://schemas.openxmlformats.org/drawingml/2006/main"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9C4"/>
          </a:solidFill>
          <a:ln xmlns:a="http://schemas.openxmlformats.org/drawingml/2006/main" w="25400" cmpd="sng">
            <a:solidFill>
              <a:srgbClr val="0089C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4059936" y="0"/>
            <a:ext cx="5084064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0" y="4463240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0" y="4275304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0" y="4087368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02920" y="2057401"/>
            <a:ext cx="3108960" cy="13295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02920" y="1764792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81e13c60f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900" y="493777"/>
            <a:ext cx="3108960" cy="57085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Title slide: 1/3 logo 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 hidden="1">
            <a:extLst xmlns:a="http://schemas.openxmlformats.org/drawingml/2006/main"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9C4"/>
          </a:solidFill>
          <a:ln xmlns:a="http://schemas.openxmlformats.org/drawingml/2006/main" w="25400" cmpd="sng">
            <a:solidFill>
              <a:srgbClr val="0089C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4059936" y="0"/>
            <a:ext cx="5084064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0" y="4462272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0" y="4274820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0" y="4087368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02920" y="2057401"/>
            <a:ext cx="3108960" cy="13295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02920" y="1764792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2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c7abba9ea4a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900" y="493777"/>
            <a:ext cx="3108960" cy="57085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showMasterSp="0" preserve="1" userDrawn="1">
  <p:cSld name="Title slide: 1/3 logo light blue">
    <p:bg>
      <p:bgPr>
        <a:solidFill xmlns:a="http://schemas.openxmlformats.org/drawingml/2006/main">
          <a:srgbClr val="BD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 hidden="1">
            <a:extLst xmlns:a="http://schemas.openxmlformats.org/drawingml/2006/main"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9C4"/>
          </a:solidFill>
          <a:ln xmlns:a="http://schemas.openxmlformats.org/drawingml/2006/main" w="25400" cmpd="sng">
            <a:solidFill>
              <a:srgbClr val="0089C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4059936" y="0"/>
            <a:ext cx="5084064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15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0" y="4462272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0" y="4274820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0" y="4087368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02920" y="2057401"/>
            <a:ext cx="3108960" cy="13295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02920" y="1764792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1fdbc438d44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900" y="493777"/>
            <a:ext cx="3108960" cy="57085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Title slide: 1/3 logo dark blue">
    <p:bg>
      <p:bgPr>
        <a:solidFill xmlns:a="http://schemas.openxmlformats.org/drawingml/2006/main">
          <a:srgbClr val="0012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 hidden="1">
            <a:extLst xmlns:a="http://schemas.openxmlformats.org/drawingml/2006/main"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9C4"/>
          </a:solidFill>
          <a:ln xmlns:a="http://schemas.openxmlformats.org/drawingml/2006/main" w="25400" cmpd="sng">
            <a:solidFill>
              <a:srgbClr val="0089C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4059936" y="0"/>
            <a:ext cx="5084064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15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2920" y="4462272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2920" y="4274820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Title and Business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2920" y="4087368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02920" y="2057401"/>
            <a:ext cx="3108960" cy="13295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02920" y="1764792"/>
            <a:ext cx="310896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2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1b4150b4c44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900" y="493777"/>
            <a:ext cx="3108960" cy="57085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Agenda and 1/2 imag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4572000" y="0"/>
            <a:ext cx="4572000" cy="5143500"/>
          </a:xfrm>
          <a:custGeom xmlns:a="http://schemas.openxmlformats.org/drawingml/2006/main"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6" name="Footer Placeholder 11">
            <a:extLst xmlns:a="http://schemas.openxmlformats.org/drawingml/2006/main"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502919" y="4928616"/>
            <a:ext cx="36576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502104" y="1839282"/>
            <a:ext cx="3657280" cy="2856543"/>
          </a:xfrm>
        </p:spPr>
        <p:txBody>
          <a:bodyPr xmlns:a="http://schemas.openxmlformats.org/drawingml/2006/main"/>
          <a:lstStyle xmlns:a="http://schemas.openxmlformats.org/drawingml/2006/main">
            <a:lvl1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List item</a:t>
            </a:r>
          </a:p>
          <a:p xmlns:a="http://schemas.openxmlformats.org/drawingml/2006/main">
            <a:pPr lvl="1">
              <a:buNone/>
            </a:pPr>
            <a:r>
              <a:t>List item</a:t>
            </a:r>
          </a:p>
          <a:p xmlns:a="http://schemas.openxmlformats.org/drawingml/2006/main">
            <a:pPr lvl="2">
              <a:buNone/>
            </a:pPr>
            <a:r>
              <a:t>List item</a:t>
            </a:r>
          </a:p>
          <a:p xmlns:a="http://schemas.openxmlformats.org/drawingml/2006/main">
            <a:pPr lvl="3">
              <a:buNone/>
            </a:pPr>
            <a:r>
              <a:t>List item</a:t>
            </a:r>
          </a:p>
          <a:p xmlns:a="http://schemas.openxmlformats.org/drawingml/2006/main">
            <a:pPr lvl="4">
              <a:buNone/>
            </a:pPr>
            <a:r>
              <a:t>List item</a:t>
            </a:r>
          </a:p>
        </p:txBody>
      </p:sp>
      <p:sp>
        <p:nvSpPr>
          <p:cNvPr id="11" name="Title 5">
            <a:extLst xmlns:a="http://schemas.openxmlformats.org/drawingml/2006/main"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3238" y="974520"/>
            <a:ext cx="3657281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>
                <a:solidFill>
                  <a:srgbClr val="BDF0FF"/>
                </a:solidFill>
              </a:defRPr>
            </a:lvl1pPr>
          </a:lstStyle>
          <a:p xmlns:a="http://schemas.openxmlformats.org/drawingml/2006/main">
            <a:r>
              <a:t>Type your headline here </a:t>
            </a:r>
            <a:br/>
            <a:r>
              <a:t>(ex: Agenda)</a:t>
            </a:r>
            <a:endParaRPr/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502104" y="613446"/>
            <a:ext cx="2240280" cy="2154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Date</a:t>
            </a:r>
            <a:endParaRPr/>
          </a:p>
        </p:txBody>
      </p:sp>
      <p:sp>
        <p:nvSpPr>
          <p:cNvPr id="7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502104" y="373904"/>
            <a:ext cx="2240280" cy="2154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Meeting/Event name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preserve="1" userDrawn="1">
  <p:cSld name="Divider - blue (with image)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25" y="4928616"/>
            <a:ext cx="16200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5074920" y="4928616"/>
            <a:ext cx="914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74920" y="2212851"/>
            <a:ext cx="3179496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Philips blue divider, </a:t>
            </a:r>
            <a:br/>
            <a:r>
              <a:t>half photo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10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xmlns:a="http://schemas.openxmlformats.org/drawingml/2006/main" noGrp="1"/>
          </p:cNvSpPr>
          <p:nvPr>
            <p:ph type="pic" idx="25" hasCustomPrompt="1"/>
          </p:nvPr>
        </p:nvSpPr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2a1f2def64e6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68931" y="4887110"/>
            <a:ext cx="649224" cy="1182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preserve="1" userDrawn="1">
  <p:cSld name="Divider - white (with image)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5074920" y="4928616"/>
            <a:ext cx="914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74920" y="2212851"/>
            <a:ext cx="3179496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spcAft>
                <a:spcPts val="300"/>
              </a:spcAft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White divider, </a:t>
            </a:r>
            <a:br/>
            <a:r>
              <a:t>half photo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xmlns:a="http://schemas.openxmlformats.org/drawingml/2006/main" noGrp="1"/>
          </p:cNvSpPr>
          <p:nvPr>
            <p:ph type="pic" idx="25" hasCustomPrompt="1"/>
          </p:nvPr>
        </p:nvSpPr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Divider - light blue (with image)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5074920" y="4928616"/>
            <a:ext cx="914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74920" y="2212851"/>
            <a:ext cx="3179496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spcAft>
                <a:spcPts val="300"/>
              </a:spcAft>
              <a:buNone/>
              <a:defRPr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Light blue divider, </a:t>
            </a:r>
            <a:br/>
            <a:r>
              <a:t>half photo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xmlns:a="http://schemas.openxmlformats.org/drawingml/2006/main" noGrp="1"/>
          </p:cNvSpPr>
          <p:nvPr>
            <p:ph type="pic" idx="25" hasCustomPrompt="1"/>
          </p:nvPr>
        </p:nvSpPr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Divider - dark blue (with image)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25" y="4928616"/>
            <a:ext cx="16200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5074920" y="4928616"/>
            <a:ext cx="914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73431" y="2212183"/>
            <a:ext cx="3179496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Dark blue divider, </a:t>
            </a:r>
            <a:br/>
            <a:r>
              <a:t>half photo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xmlns:a="http://schemas.openxmlformats.org/drawingml/2006/main" noGrp="1"/>
          </p:cNvSpPr>
          <p:nvPr>
            <p:ph type="pic" idx="25" hasCustomPrompt="1"/>
          </p:nvPr>
        </p:nvSpPr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db7a4de1b4f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68931" y="4887110"/>
            <a:ext cx="649224" cy="1182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Divider - blu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25" y="4928616"/>
            <a:ext cx="16200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9" name="Title 2">
            <a:extLst xmlns:a="http://schemas.openxmlformats.org/drawingml/2006/main"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2918" y="1648421"/>
            <a:ext cx="8138161" cy="184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Autofit/>
          </a:bodyPr>
          <a:lstStyle xmlns:a="http://schemas.openxmlformats.org/drawingml/2006/main"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Philips blue divider</a:t>
            </a:r>
            <a:endParaRPr/>
          </a:p>
        </p:txBody>
      </p:sp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02920" y="376239"/>
            <a:ext cx="40690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BDF0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3029d85b94fb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68931" y="4887110"/>
            <a:ext cx="649224" cy="1182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preserve="1" userDrawn="1">
  <p:cSld name="Divider - 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2919" y="1648421"/>
            <a:ext cx="8138160" cy="184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Autofit/>
          </a:bodyPr>
          <a:lstStyle xmlns:a="http://schemas.openxmlformats.org/drawingml/2006/main">
            <a:lvl1pPr>
              <a:buNone/>
              <a:defRPr sz="3600">
                <a:solidFill>
                  <a:srgbClr val="00126E"/>
                </a:solidFill>
              </a:defRPr>
            </a:lvl1pPr>
          </a:lstStyle>
          <a:p xmlns:a="http://schemas.openxmlformats.org/drawingml/2006/main">
            <a:r>
              <a:t>White divider</a:t>
            </a:r>
            <a:endParaRPr/>
          </a:p>
        </p:txBody>
      </p:sp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02920" y="376239"/>
            <a:ext cx="40690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Divider - light blu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2">
            <a:extLst xmlns:a="http://schemas.openxmlformats.org/drawingml/2006/main"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2919" y="1648421"/>
            <a:ext cx="8138160" cy="184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Autofit/>
          </a:bodyPr>
          <a:lstStyle xmlns:a="http://schemas.openxmlformats.org/drawingml/2006/main">
            <a:lvl1pPr>
              <a:buNone/>
              <a:defRPr sz="3600">
                <a:solidFill>
                  <a:srgbClr val="00126E"/>
                </a:solidFill>
              </a:defRPr>
            </a:lvl1pPr>
          </a:lstStyle>
          <a:p xmlns:a="http://schemas.openxmlformats.org/drawingml/2006/main">
            <a:r>
              <a:t>Light blue divider</a:t>
            </a:r>
            <a:endParaRPr/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02920" y="376239"/>
            <a:ext cx="40690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0" preserve="1" userDrawn="1">
  <p:cSld name="Divider - dark blu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25" y="4928616"/>
            <a:ext cx="16200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5" name="Title 2">
            <a:extLst xmlns:a="http://schemas.openxmlformats.org/drawingml/2006/main"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2919" y="1648421"/>
            <a:ext cx="8138160" cy="184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Autofit/>
          </a:bodyPr>
          <a:lstStyle xmlns:a="http://schemas.openxmlformats.org/drawingml/2006/main"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Dark blue divider</a:t>
            </a:r>
            <a:endParaRPr/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02920" y="376239"/>
            <a:ext cx="40690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 b="1">
                <a:solidFill>
                  <a:srgbClr val="BDF0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Optional header</a:t>
            </a:r>
          </a:p>
        </p:txBody>
      </p:sp>
      <p:pic>
        <p:nvPicPr>
          <p:cNvPr id="1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706892196438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68931" y="4887110"/>
            <a:ext cx="649224" cy="1182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Title only - blu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25" y="4928616"/>
            <a:ext cx="16200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3238" y="374904"/>
            <a:ext cx="8138160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Type your slide headline here</a:t>
            </a:r>
          </a:p>
        </p:txBody>
      </p:sp>
      <p:pic>
        <p:nvPicPr>
          <p:cNvPr id="1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ad8fd01bc4e6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68931" y="4887110"/>
            <a:ext cx="649224" cy="1182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0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2920" y="376241"/>
            <a:ext cx="8138160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Type your slide headline here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Title only - light blu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3238" y="376241"/>
            <a:ext cx="8138160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Type your slide headline here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Title only - dark blu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25" y="4928616"/>
            <a:ext cx="16200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3238" y="376241"/>
            <a:ext cx="8138160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Type your slide headline here</a:t>
            </a:r>
          </a:p>
        </p:txBody>
      </p:sp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fbe3a8f55425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68931" y="4887110"/>
            <a:ext cx="649224" cy="1182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3.xml><?xml version="1.0" encoding="utf-8"?>
<p:sldLayout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Slide Number Placeholder 13">
            <a:extLst xmlns:a="http://schemas.openxmlformats.org/drawingml/2006/main"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00062" y="1211263"/>
            <a:ext cx="8138160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" name="Title 7">
            <a:extLst xmlns:a="http://schemas.openxmlformats.org/drawingml/2006/main"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4053" y="376241"/>
            <a:ext cx="8138160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Type your slide headline here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Slide Number Placeholder 13">
            <a:extLst xmlns:a="http://schemas.openxmlformats.org/drawingml/2006/main"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820333" y="1211263"/>
            <a:ext cx="3823606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00063" y="1211263"/>
            <a:ext cx="3823606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" name="Title 7">
            <a:extLst xmlns:a="http://schemas.openxmlformats.org/drawingml/2006/main"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4053" y="376241"/>
            <a:ext cx="8138160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Type your slide headline here</a:t>
            </a:r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Slide Number Placeholder 13">
            <a:extLst xmlns:a="http://schemas.openxmlformats.org/drawingml/2006/main"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6262611" y="1211263"/>
            <a:ext cx="2379602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3377488" y="1211263"/>
            <a:ext cx="2379602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00063" y="1211263"/>
            <a:ext cx="2379602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" name="Title 7">
            <a:extLst xmlns:a="http://schemas.openxmlformats.org/drawingml/2006/main"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4053" y="376241"/>
            <a:ext cx="8138160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Type your slide headline here</a:t>
            </a:r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xmlns:a="http://schemas.openxmlformats.org/drawingml/2006/main" noGrp="1"/>
          </p:cNvSpPr>
          <p:nvPr>
            <p:ph type="pic" idx="28" hasCustomPrompt="1"/>
          </p:nvPr>
        </p:nvSpPr>
        <p:spPr>
          <a:xfrm xmlns:a="http://schemas.openxmlformats.org/drawingml/2006/main">
            <a:off x="3253180" y="0"/>
            <a:ext cx="5888736" cy="5143500"/>
          </a:xfrm>
          <a:custGeom xmlns:a="http://schemas.openxmlformats.org/drawingml/2006/main"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 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 </a:t>
            </a:r>
            <a:br/>
            <a:r>
              <a:t>your image if your subject appears off-center</a:t>
            </a:r>
          </a:p>
        </p:txBody>
      </p:sp>
      <p:sp>
        <p:nvSpPr>
          <p:cNvPr id="5" name="Footer Placeholder 11">
            <a:extLst xmlns:a="http://schemas.openxmlformats.org/drawingml/2006/main"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502919" y="4928616"/>
            <a:ext cx="237744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00063" y="1211263"/>
            <a:ext cx="2379602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2920" y="376242"/>
            <a:ext cx="2377440" cy="7223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Type your slide headline here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6262611" y="1211263"/>
            <a:ext cx="2379602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260149" y="376242"/>
            <a:ext cx="2377440" cy="7223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Type your slide headline here</a:t>
            </a:r>
          </a:p>
        </p:txBody>
      </p:sp>
      <p:sp>
        <p:nvSpPr>
          <p:cNvPr id="4" name="Footer Placeholder 11">
            <a:extLst xmlns:a="http://schemas.openxmlformats.org/drawingml/2006/main"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502919" y="4928616"/>
            <a:ext cx="237744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xmlns:a="http://schemas.openxmlformats.org/drawingml/2006/main" noGrp="1"/>
          </p:cNvSpPr>
          <p:nvPr>
            <p:ph type="pic" idx="28" hasCustomPrompt="1"/>
          </p:nvPr>
        </p:nvSpPr>
        <p:spPr>
          <a:xfrm xmlns:a="http://schemas.openxmlformats.org/drawingml/2006/main">
            <a:off x="0" y="0"/>
            <a:ext cx="589082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r>
              <a:t>Click icon to insert your photo OR 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 </a:t>
            </a:r>
            <a:br/>
            <a:r>
              <a:t>your image if your subject appears off-center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xmlns:a="http://schemas.openxmlformats.org/drawingml/2006/main" noGrp="1"/>
          </p:cNvSpPr>
          <p:nvPr>
            <p:ph type="pic" idx="28" hasCustomPrompt="1"/>
          </p:nvPr>
        </p:nvSpPr>
        <p:spPr>
          <a:xfrm xmlns:a="http://schemas.openxmlformats.org/drawingml/2006/main">
            <a:off x="0" y="0"/>
            <a:ext cx="9144000" cy="5143500"/>
          </a:xfrm>
          <a:custGeom xmlns:a="http://schemas.openxmlformats.org/drawingml/2006/main"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indent="0" algn="ctr"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 marL="0" lvl="0" indent="0" algn="ctr">
              <a:buNone/>
            </a:pPr>
            <a:br/>
            <a:br/>
            <a:br/>
            <a:br/>
            <a:br/>
            <a:br/>
            <a:r>
              <a:t>Click icon to insert your photo OR 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 </a:t>
            </a:r>
            <a:br/>
            <a:r>
              <a:t>your image if your subject appears off-center</a:t>
            </a:r>
            <a:br/>
            <a:br/>
            <a:br/>
            <a:br/>
            <a:br/>
            <a:br/>
            <a:r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 xmlns:a="http://schemas.openxmlformats.org/drawingml/2006/main"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502919" y="4928616"/>
            <a:ext cx="237744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showMasterSp="0" preserve="1" userDrawn="1">
  <p:cSld name="Thank you - blu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4a18cc39540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5684" y="395420"/>
            <a:ext cx="1152627" cy="210013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22" y="1833086"/>
            <a:ext cx="5087355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sz="9600" b="0" i="0">
                <a:solidFill>
                  <a:schemeClr val="bg1"/>
                </a:solidFill>
                <a:latin typeface="+mj-lt"/>
                <a:ea typeface="+mj-lt"/>
                <a:cs typeface="+mj-lt"/>
              </a:rPr>
              <a:t>Thank you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showMasterSp="0" preserve="1" userDrawn="1">
  <p:cSld name="End slide - blue">
    <p:bg>
      <p:bgPr>
        <a:blipFill xmlns:a="http://schemas.openxmlformats.org/drawingml/2006/main" rotWithShape="1">
          <a:blip xmlns:r="http://schemas.openxmlformats.org/officeDocument/2006/relationships" r:embed="Ra649f6bdb316458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2.xml><?xml version="1.0" encoding="utf-8"?>
<p:sldLayout xmlns:p="http://schemas.openxmlformats.org/presentationml/2006/main" showMasterSp="0" preserve="1" userDrawn="1">
  <p:cSld name="Thank you - whit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5054225f444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5684" y="395420"/>
            <a:ext cx="1152627" cy="210013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23" y="1833086"/>
            <a:ext cx="5087355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sz="9600" b="0" i="0">
                <a:solidFill>
                  <a:srgbClr val="0B5ED7"/>
                </a:solidFill>
                <a:latin typeface="+mj-lt"/>
                <a:ea typeface="+mj-lt"/>
                <a:cs typeface="+mj-lt"/>
              </a:rPr>
              <a:t>Thank you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showMasterSp="0" preserve="1" userDrawn="1">
  <p:cSld name="End slide - white">
    <p:bg>
      <p:bgPr>
        <a:blipFill xmlns:a="http://schemas.openxmlformats.org/drawingml/2006/main" rotWithShape="1">
          <a:blip xmlns:r="http://schemas.openxmlformats.org/officeDocument/2006/relationships" r:embed="R0b9f463599014f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468757c4c7e4062" /><Relationship Type="http://schemas.openxmlformats.org/officeDocument/2006/relationships/theme" Target="/ppt/slideMasters/theme/theme2.xml" Id="R7409b83df1a442fa" /><Relationship Type="http://schemas.openxmlformats.org/officeDocument/2006/relationships/slideLayout" Target="/ppt/slideLayouts/slideLayout1.xml" Id="R6f41facb295345f8" /><Relationship Type="http://schemas.openxmlformats.org/officeDocument/2006/relationships/slideLayout" Target="/ppt/slideLayouts/slideLayout2.xml" Id="R553838c335c14588" /><Relationship Type="http://schemas.openxmlformats.org/officeDocument/2006/relationships/slideLayout" Target="/ppt/slideLayouts/slideLayout3.xml" Id="R2fa4523a9e664518" /><Relationship Type="http://schemas.openxmlformats.org/officeDocument/2006/relationships/slideLayout" Target="/ppt/slideLayouts/slideLayout4.xml" Id="R66edf825da80414b" /><Relationship Type="http://schemas.openxmlformats.org/officeDocument/2006/relationships/slideLayout" Target="/ppt/slideLayouts/slideLayout5.xml" Id="R1654762cbb8244e0" /><Relationship Type="http://schemas.openxmlformats.org/officeDocument/2006/relationships/slideLayout" Target="/ppt/slideLayouts/slideLayout6.xml" Id="R3ab0e9b5a37e482d" /><Relationship Type="http://schemas.openxmlformats.org/officeDocument/2006/relationships/slideLayout" Target="/ppt/slideLayouts/slideLayout7.xml" Id="Rf1579593015f4ee0" /><Relationship Type="http://schemas.openxmlformats.org/officeDocument/2006/relationships/slideLayout" Target="/ppt/slideLayouts/slideLayout8.xml" Id="R3c87c6cca8194987" /><Relationship Type="http://schemas.openxmlformats.org/officeDocument/2006/relationships/slideLayout" Target="/ppt/slideLayouts/slideLayout9.xml" Id="Rdd3852edd29043c9" /><Relationship Type="http://schemas.openxmlformats.org/officeDocument/2006/relationships/slideLayout" Target="/ppt/slideLayouts/slideLayout10.xml" Id="R6c5dbed134b04963" /><Relationship Type="http://schemas.openxmlformats.org/officeDocument/2006/relationships/slideLayout" Target="/ppt/slideLayouts/slideLayout11.xml" Id="Rf093edf5e2304cf4" /><Relationship Type="http://schemas.openxmlformats.org/officeDocument/2006/relationships/slideLayout" Target="/ppt/slideLayouts/slideLayout12.xml" Id="Rd5d57907bd2e4b04" /><Relationship Type="http://schemas.openxmlformats.org/officeDocument/2006/relationships/slideLayout" Target="/ppt/slideLayouts/slideLayout13.xml" Id="R6925715944b34d21" /><Relationship Type="http://schemas.openxmlformats.org/officeDocument/2006/relationships/slideLayout" Target="/ppt/slideLayouts/slideLayout14.xml" Id="R6e5d535082784fa0" /><Relationship Type="http://schemas.openxmlformats.org/officeDocument/2006/relationships/slideLayout" Target="/ppt/slideLayouts/slideLayout15.xml" Id="R4ec0448ed1284ae3" /><Relationship Type="http://schemas.openxmlformats.org/officeDocument/2006/relationships/slideLayout" Target="/ppt/slideLayouts/slideLayout16.xml" Id="R77fac34220824b46" /><Relationship Type="http://schemas.openxmlformats.org/officeDocument/2006/relationships/slideLayout" Target="/ppt/slideLayouts/slideLayout17.xml" Id="Rd2d0ceb84c874244" /><Relationship Type="http://schemas.openxmlformats.org/officeDocument/2006/relationships/slideLayout" Target="/ppt/slideLayouts/slideLayout18.xml" Id="Ra53fe6513fa14d1a" /><Relationship Type="http://schemas.openxmlformats.org/officeDocument/2006/relationships/slideLayout" Target="/ppt/slideLayouts/slideLayout19.xml" Id="R8296160e9745445f" /><Relationship Type="http://schemas.openxmlformats.org/officeDocument/2006/relationships/slideLayout" Target="/ppt/slideLayouts/slideLayout20.xml" Id="R8da150bef19b4cb5" /><Relationship Type="http://schemas.openxmlformats.org/officeDocument/2006/relationships/slideLayout" Target="/ppt/slideLayouts/slideLayout21.xml" Id="R69251cb483404788" /><Relationship Type="http://schemas.openxmlformats.org/officeDocument/2006/relationships/slideLayout" Target="/ppt/slideLayouts/slideLayout22.xml" Id="R203258ac310f434b" /><Relationship Type="http://schemas.openxmlformats.org/officeDocument/2006/relationships/slideLayout" Target="/ppt/slideLayouts/slideLayout23.xml" Id="R1ef0c072f32c4166" /><Relationship Type="http://schemas.openxmlformats.org/officeDocument/2006/relationships/slideLayout" Target="/ppt/slideLayouts/slideLayout24.xml" Id="R9900cc5dc6da4c6f" /><Relationship Type="http://schemas.openxmlformats.org/officeDocument/2006/relationships/slideLayout" Target="/ppt/slideLayouts/slideLayout25.xml" Id="Rb7c478c91d3d4554" /><Relationship Type="http://schemas.openxmlformats.org/officeDocument/2006/relationships/slideLayout" Target="/ppt/slideLayouts/slideLayout26.xml" Id="R65482c4adc8b49c0" /><Relationship Type="http://schemas.openxmlformats.org/officeDocument/2006/relationships/slideLayout" Target="/ppt/slideLayouts/slideLayout27.xml" Id="R6bb53d67ee6d415f" /><Relationship Type="http://schemas.openxmlformats.org/officeDocument/2006/relationships/slideLayout" Target="/ppt/slideLayouts/slideLayout28.xml" Id="R64fdc8ed49bb4281" /><Relationship Type="http://schemas.openxmlformats.org/officeDocument/2006/relationships/slideLayout" Target="/ppt/slideLayouts/slideLayout29.xml" Id="R787cf1888ad045ce" /><Relationship Type="http://schemas.openxmlformats.org/officeDocument/2006/relationships/slideLayout" Target="/ppt/slideLayouts/slideLayout30.xml" Id="R78d13f65621f4a42" /><Relationship Type="http://schemas.openxmlformats.org/officeDocument/2006/relationships/slideLayout" Target="/ppt/slideLayouts/slideLayout31.xml" Id="Ra76edfab8cd4400d" /><Relationship Type="http://schemas.openxmlformats.org/officeDocument/2006/relationships/slideLayout" Target="/ppt/slideLayouts/slideLayout32.xml" Id="R04f7db53f94f4c56" /><Relationship Type="http://schemas.openxmlformats.org/officeDocument/2006/relationships/slideLayout" Target="/ppt/slideLayouts/slideLayout33.xml" Id="R36e725b35245493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25" y="4928616"/>
            <a:ext cx="16200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00"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02919" y="4928616"/>
            <a:ext cx="5486400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 algn="l">
              <a:buNone/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82123" y="4928616"/>
            <a:ext cx="199973" cy="91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 algn="l">
              <a:buNone/>
              <a:defRPr sz="600" b="0" i="0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04824" y="1211263"/>
            <a:ext cx="8132765" cy="3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add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  <a:p xmlns:a="http://schemas.openxmlformats.org/drawingml/2006/main">
            <a:pPr lvl="6">
              <a:buNone/>
            </a:pPr>
            <a:r>
              <a:t>Seventh level</a:t>
            </a:r>
          </a:p>
          <a:p xmlns:a="http://schemas.openxmlformats.org/drawingml/2006/main">
            <a:pPr lvl="7">
              <a:buNone/>
            </a:pPr>
            <a:r>
              <a:t>Eighth level</a:t>
            </a:r>
          </a:p>
          <a:p xmlns:a="http://schemas.openxmlformats.org/drawingml/2006/main">
            <a:pPr lvl="8">
              <a:buNone/>
            </a:pPr>
            <a:r>
              <a:t>Ninth level</a:t>
            </a:r>
          </a:p>
        </p:txBody>
      </p:sp>
      <p:sp>
        <p:nvSpPr>
          <p:cNvPr id="5" name="Title Placeholder 5">
            <a:extLst xmlns:a="http://schemas.openxmlformats.org/drawingml/2006/main"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3239" y="376241"/>
            <a:ext cx="8132765" cy="71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Type your slide headline here</a:t>
            </a:r>
          </a:p>
        </p:txBody>
      </p:sp>
      <p:pic>
        <p:nvPicPr>
          <p:cNvPr id="1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8757c4c7e406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68931" y="4887110"/>
            <a:ext cx="649224" cy="11829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1facb295345f8"/>
    <p:sldLayoutId xmlns:r="http://schemas.openxmlformats.org/officeDocument/2006/relationships" id="2147483650" r:id="R553838c335c14588"/>
    <p:sldLayoutId xmlns:r="http://schemas.openxmlformats.org/officeDocument/2006/relationships" id="2147483651" r:id="R2fa4523a9e664518"/>
    <p:sldLayoutId xmlns:r="http://schemas.openxmlformats.org/officeDocument/2006/relationships" id="2147483652" r:id="R66edf825da80414b"/>
    <p:sldLayoutId xmlns:r="http://schemas.openxmlformats.org/officeDocument/2006/relationships" id="2147483653" r:id="R1654762cbb8244e0"/>
    <p:sldLayoutId xmlns:r="http://schemas.openxmlformats.org/officeDocument/2006/relationships" id="2147483654" r:id="R3ab0e9b5a37e482d"/>
    <p:sldLayoutId xmlns:r="http://schemas.openxmlformats.org/officeDocument/2006/relationships" id="2147483655" r:id="Rf1579593015f4ee0"/>
    <p:sldLayoutId xmlns:r="http://schemas.openxmlformats.org/officeDocument/2006/relationships" id="2147483656" r:id="R3c87c6cca8194987"/>
    <p:sldLayoutId xmlns:r="http://schemas.openxmlformats.org/officeDocument/2006/relationships" id="2147483657" r:id="Rdd3852edd29043c9"/>
    <p:sldLayoutId xmlns:r="http://schemas.openxmlformats.org/officeDocument/2006/relationships" id="2147483658" r:id="R6c5dbed134b04963"/>
    <p:sldLayoutId xmlns:r="http://schemas.openxmlformats.org/officeDocument/2006/relationships" id="2147483659" r:id="Rf093edf5e2304cf4"/>
    <p:sldLayoutId xmlns:r="http://schemas.openxmlformats.org/officeDocument/2006/relationships" id="2147483660" r:id="Rd5d57907bd2e4b04"/>
    <p:sldLayoutId xmlns:r="http://schemas.openxmlformats.org/officeDocument/2006/relationships" id="2147483661" r:id="R6925715944b34d21"/>
    <p:sldLayoutId xmlns:r="http://schemas.openxmlformats.org/officeDocument/2006/relationships" id="2147483662" r:id="R6e5d535082784fa0"/>
    <p:sldLayoutId xmlns:r="http://schemas.openxmlformats.org/officeDocument/2006/relationships" id="2147483663" r:id="R4ec0448ed1284ae3"/>
    <p:sldLayoutId xmlns:r="http://schemas.openxmlformats.org/officeDocument/2006/relationships" id="2147483664" r:id="R77fac34220824b46"/>
    <p:sldLayoutId xmlns:r="http://schemas.openxmlformats.org/officeDocument/2006/relationships" id="2147483665" r:id="Rd2d0ceb84c874244"/>
    <p:sldLayoutId xmlns:r="http://schemas.openxmlformats.org/officeDocument/2006/relationships" id="2147483666" r:id="Ra53fe6513fa14d1a"/>
    <p:sldLayoutId xmlns:r="http://schemas.openxmlformats.org/officeDocument/2006/relationships" id="2147483667" r:id="R8296160e9745445f"/>
    <p:sldLayoutId xmlns:r="http://schemas.openxmlformats.org/officeDocument/2006/relationships" id="2147483668" r:id="R8da150bef19b4cb5"/>
    <p:sldLayoutId xmlns:r="http://schemas.openxmlformats.org/officeDocument/2006/relationships" id="2147483669" r:id="R69251cb483404788"/>
    <p:sldLayoutId xmlns:r="http://schemas.openxmlformats.org/officeDocument/2006/relationships" id="2147483670" r:id="R203258ac310f434b"/>
    <p:sldLayoutId xmlns:r="http://schemas.openxmlformats.org/officeDocument/2006/relationships" id="2147483671" r:id="R1ef0c072f32c4166"/>
    <p:sldLayoutId xmlns:r="http://schemas.openxmlformats.org/officeDocument/2006/relationships" id="2147483672" r:id="R9900cc5dc6da4c6f"/>
    <p:sldLayoutId xmlns:r="http://schemas.openxmlformats.org/officeDocument/2006/relationships" id="2147483673" r:id="Rb7c478c91d3d4554"/>
    <p:sldLayoutId xmlns:r="http://schemas.openxmlformats.org/officeDocument/2006/relationships" id="2147483674" r:id="R65482c4adc8b49c0"/>
    <p:sldLayoutId xmlns:r="http://schemas.openxmlformats.org/officeDocument/2006/relationships" id="2147483675" r:id="R6bb53d67ee6d415f"/>
    <p:sldLayoutId xmlns:r="http://schemas.openxmlformats.org/officeDocument/2006/relationships" id="2147483676" r:id="R64fdc8ed49bb4281"/>
    <p:sldLayoutId xmlns:r="http://schemas.openxmlformats.org/officeDocument/2006/relationships" id="2147483677" r:id="R787cf1888ad045ce"/>
    <p:sldLayoutId xmlns:r="http://schemas.openxmlformats.org/officeDocument/2006/relationships" id="2147483678" r:id="R78d13f65621f4a42"/>
    <p:sldLayoutId xmlns:r="http://schemas.openxmlformats.org/officeDocument/2006/relationships" id="2147483679" r:id="Ra76edfab8cd4400d"/>
    <p:sldLayoutId xmlns:r="http://schemas.openxmlformats.org/officeDocument/2006/relationships" id="2147483680" r:id="R04f7db53f94f4c56"/>
    <p:sldLayoutId xmlns:r="http://schemas.openxmlformats.org/officeDocument/2006/relationships" id="2147483681" r:id="R36e725b35245493c"/>
  </p:sldLayoutIdLst>
  <p:hf hdr="0" dt="0"/>
  <p:txStyles>
    <p:titleStyle>
      <a:lvl1pPr xmlns:a="http://schemas.openxmlformats.org/drawingml/2006/main" algn="l" defTabSz="914354">
        <a:lnSpc>
          <a:spcPct val="100000"/>
        </a:lnSpc>
        <a:spcBef>
          <a:spcPct val="0"/>
        </a:spcBef>
        <a:spcAft>
          <a:spcPts val="600"/>
        </a:spcAft>
        <a:buNone/>
        <a:defRPr sz="2400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6304" indent="-146304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b="0" i="0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295200" indent="-14760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b="0" i="0" kern="12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442800" indent="-14760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b="0" i="0" kern="12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590400" indent="-14760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b="0" i="0" kern="12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738000" indent="-14760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885600" indent="-147600" algn="l" defTabSz="914354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1033200" indent="-147600" algn="l" defTabSz="914354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180800" indent="-147600" algn="l" defTabSz="914354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328400" indent="-147600" algn="l" defTabSz="914354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7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54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32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09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886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063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24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41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xmlns:a="http://schemas.openxmlformats.org/drawingml/2006/main" val="A4A3A4"/>
          </p15:clr>
        </p15:guide>
        <p15:guide id="4" orient="horz" pos="228" userDrawn="1">
          <p15:clr>
            <a:srgbClr xmlns:a="http://schemas.openxmlformats.org/drawingml/2006/main" val="A4A3A4"/>
          </p15:clr>
        </p15:guide>
        <p15:guide id="7" orient="horz" pos="2964" userDrawn="1">
          <p15:clr>
            <a:srgbClr xmlns:a="http://schemas.openxmlformats.org/drawingml/2006/main" val="A4A3A4"/>
          </p15:clr>
        </p15:guide>
        <p15:guide id="15" orient="horz" pos="1620" userDrawn="1">
          <p15:clr>
            <a:srgbClr xmlns:a="http://schemas.openxmlformats.org/drawingml/2006/main" val="F26B43"/>
          </p15:clr>
        </p15:guide>
        <p15:guide id="16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Phili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88c990660e441d9" /><Relationship Type="http://schemas.openxmlformats.org/officeDocument/2006/relationships/notesSlide" Target="/ppt/notesSlides/notesSlide1.xml" Id="Re59f9f61f1bd4b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cb798c32acd4702" /><Relationship Type="http://schemas.openxmlformats.org/officeDocument/2006/relationships/notesSlide" Target="/ppt/notesSlides/notesSlide2.xml" Id="R20f854969bb34c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add9b15582db4b41" /><Relationship Type="http://schemas.openxmlformats.org/officeDocument/2006/relationships/notesSlide" Target="/ppt/notesSlides/notesSlide3.xml" Id="R5788384b1f8045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DC4294F-C888-C3A2-8CE8-50359238219A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15926_IT AOP2027 Demand.xlsx | Values rounded upward to 0.1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5BDD03E-C5E4-5B3B-E1A6-63B08082597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5</a:t>
            </a:fld>
            <a:endParaRPr/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C0FD810-861C-8EF2-52CF-99FFEAD5A5E7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BF7F283-C47B-3C2A-4CB4-512C49427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Demand evidence is incomplete across 151.2 M€ of requested investment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1ED8C-B575-4B7A-B1A8-3A5CD5A6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133475"/>
            <a:ext cx="813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Executive overview: 279.6 M€ across 509 demand rows. The source does not contain an approved Total AOP envelope.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04825" y="1466850"/>
          <a:ext xmlns:a="http://schemas.openxmlformats.org/drawingml/2006/main" cx="226695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4450"/>
                <a:gridCol w="952500"/>
              </a:tblGrid>
              <a:tr h="26670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Demand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Requested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279.6 M€</a:t>
                      </a:r>
                    </a:p>
                  </a:txBody>
                  <a:tcPr marL="91440" marR="91440" marT="45720" marB="45720" anchor="ctr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Enterprise-wide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111.7 M€</a:t>
                      </a:r>
                    </a:p>
                  </a:txBody>
                  <a:tcPr marL="91440" marR="91440" marT="45720" marB="45720" anchor="ctr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BU-led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167.9 M€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2924175" y="1466850"/>
          <a:ext xmlns:a="http://schemas.openxmlformats.org/drawingml/2006/main" cx="234315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4900"/>
                <a:gridCol w="457200"/>
                <a:gridCol w="781050"/>
              </a:tblGrid>
              <a:tr h="26670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Decision band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Demand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Healthy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215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124.5 M€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Contain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4.0 M€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Blank / data gap</a:t>
                      </a:r>
                    </a:p>
                  </a:txBody>
                  <a:tcPr marL="91440" marR="91440" marT="45720" marB="45720" anchor="ctr">
                    <a:solidFill>
                      <a:srgbClr val="FFC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280</a:t>
                      </a:r>
                    </a:p>
                  </a:txBody>
                  <a:tcPr marL="91440" marR="91440" marT="45720" marB="45720" anchor="ctr">
                    <a:solidFill>
                      <a:srgbClr val="FFC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151.2 M€</a:t>
                      </a:r>
                    </a:p>
                  </a:txBody>
                  <a:tcPr marL="91440" marR="91440" marT="45720" marB="45720" anchor="ctr">
                    <a:solidFill>
                      <a:srgbClr val="FFCF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"/>
          <p:cNvGraphicFramePr/>
          <p:nvPr/>
        </p:nvGraphicFramePr>
        <p:xfrm>
          <a:off xmlns:a="http://schemas.openxmlformats.org/drawingml/2006/main" x="5419725" y="1466850"/>
          <a:ext xmlns:a="http://schemas.openxmlformats.org/drawingml/2006/main" cx="321945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495300"/>
                <a:gridCol w="857250"/>
              </a:tblGrid>
              <a:tr h="26670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Overall AOP 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Demand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Healthy - rank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108.2 M€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Must-do P1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15.5 M€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Must-do P2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1.1 M€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Contain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3.3 M€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Priority TBD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0.5 M€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Blank / data gap</a:t>
                      </a:r>
                    </a:p>
                  </a:txBody>
                  <a:tcPr marL="91440" marR="91440" marT="45720" marB="45720" anchor="ctr">
                    <a:solidFill>
                      <a:srgbClr val="FFC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280</a:t>
                      </a:r>
                    </a:p>
                  </a:txBody>
                  <a:tcPr marL="91440" marR="91440" marT="45720" marB="45720" anchor="ctr">
                    <a:solidFill>
                      <a:srgbClr val="FFC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151.2 M€</a:t>
                      </a:r>
                    </a:p>
                  </a:txBody>
                  <a:tcPr marL="91440" marR="91440" marT="45720" marB="45720" anchor="ctr">
                    <a:solidFill>
                      <a:srgbClr val="FFCF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/>
          <p:cNvGraphicFramePr/>
          <p:nvPr/>
        </p:nvGraphicFramePr>
        <p:xfrm>
          <a:off xmlns:a="http://schemas.openxmlformats.org/drawingml/2006/main" x="504825" y="2857500"/>
          <a:ext xmlns:a="http://schemas.openxmlformats.org/drawingml/2006/main" cx="4762500" cy="146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742950"/>
                <a:gridCol w="1771650"/>
              </a:tblGrid>
              <a:tr h="28575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Data gap requiring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Financial exposure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Both decision fields blank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280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151.2 M€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Numeric benefits missing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313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163.7 M€ demand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No stable Item No.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Zero-cost source rows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5419725" y="3714750"/>
          <a:ext xmlns:a="http://schemas.openxmlformats.org/drawingml/2006/main" cx="3219450" cy="609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</a:tblGrid>
              <a:tr h="22860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Leadership implication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Resolve or accept the evidence gaps before freezing the AOP. Blank fields remain visible and receive no inferred favourable decision.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4188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DC4294F-C888-C3A2-8CE8-50359238219A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15926_IT AOP2027 Demand.xlsx | Stage demand uses precedence and upward rounding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5BDD03E-C5E4-5B3B-E1A6-63B08082597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5</a:t>
            </a:fld>
            <a:endParaRPr/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C0FD810-861C-8EF2-52CF-99FFEAD5A5E7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BF7F283-C47B-3C2A-4CB4-512C49427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Five-stage funding order protects obligations before discretionary ROI allocation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98924-ADDD-45AB-9C6E-0F2144FD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133475"/>
            <a:ext cx="813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Each demand row receives one primary stage. Earlier stages consume capacity before later stages.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04825" y="1438275"/>
          <a:ext xmlns:a="http://schemas.openxmlformats.org/drawingml/2006/main" cx="8134350" cy="2505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"/>
                <a:gridCol w="1304925"/>
                <a:gridCol w="981075"/>
                <a:gridCol w="2628900"/>
                <a:gridCol w="2819400"/>
              </a:tblGrid>
              <a:tr h="34290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Funding 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Demand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Included demand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Visible lever or decision rule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LFR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34.6 M€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P1, P2 and EW-11, EW-65, EW-71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% of bucket demand or % of Total AOP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Sustain Engineering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12.4 M€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Exact Change &amp; Sustain source classification after LFR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% of bucket demand or % of Total AOP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Hygiene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65.6 M€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Approved Decommissioning, CI, Upgrade and Enhancement categories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% of bucket demand or % of Total AOP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Carryover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97.4 M€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Remaining carryover with numeric benefit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Benefit/request threshold 1x to 5x+, default 2x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ROI-Based Portfolio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69.9 M€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All remaining demand with numeric benefits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Automatically receives remaining AOP, ranked by merit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504825" y="4095750"/>
          <a:ext xmlns:a="http://schemas.openxmlformats.org/drawingml/2006/main" cx="8134350" cy="55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28775"/>
                <a:gridCol w="1628775"/>
                <a:gridCol w="1628775"/>
                <a:gridCol w="1628775"/>
                <a:gridCol w="1619250"/>
              </a:tblGrid>
              <a:tr h="22860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Whole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5% tolerance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Evidence gaps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BU and EW conferences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Final variance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No split funding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Automatic selection may include the next whole initiative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Remain visible as not eligible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Add inclusion or exclusion with rationale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Over-budget decisions remain visible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4188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DC4294F-C888-C3A2-8CE8-50359238219A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15926_IT AOP2027 Demand.xlsx | Minimum Merit Score remains an Advanced setting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5BDD03E-C5E4-5B3B-E1A6-63B08082597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63908-529D-4A49-892F-D37C4044DFD8}" type="slidenum">
              <a:t>5</a:t>
            </a:fld>
            <a:endParaRPr/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C0FD810-861C-8EF2-52CF-99FFEAD5A5E7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BF7F283-C47B-3C2A-4CB4-512C49427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Merit ranks eligible demand; leadership decisions complete the AOP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4C74A-A5E5-4AAE-813B-7384436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133475"/>
            <a:ext cx="813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Merit supports discretionary ordering. It does not replace the funding stages or create eligibility where required evidence is missing.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04825" y="1438275"/>
          <a:ext xmlns:a="http://schemas.openxmlformats.org/drawingml/2006/main" cx="38481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4450"/>
                <a:gridCol w="514350"/>
                <a:gridCol w="2019300"/>
              </a:tblGrid>
              <a:tr h="28575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Merit dimension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Scoring basis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Benefit / request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0 below 1x; 20 at 1x; 30 at 2x; 40 at 3x; 50 at 5x+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Submitted priority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Must Do 25; Must Have 18; Deprioritised 5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Captured Consequence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Impact and Cost of Not Doing, Problem Statement and Scope only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Decision band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Healthy 10; Contain 6; blank or other 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4581525" y="1438275"/>
          <a:ext xmlns:a="http://schemas.openxmlformats.org/drawingml/2006/main" cx="405765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"/>
                <a:gridCol w="1257300"/>
                <a:gridCol w="2457450"/>
              </a:tblGrid>
              <a:tr h="28575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Required outcome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Confirm envelope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Finance validates the approved Total AOP and basis.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Set levers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CIO / ITLT confirms LFR, Sustain Engineering, Hygiene and Carryover settings.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Run allocation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Select whole initiatives in sequence and show tolerance variance.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Conference decisions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BU and EW record every inclusion or exclusion with rationale.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Resolve gaps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Owners address blank decisions, missing benefits and unstable references.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</a:rPr>
                        <a:t>Freeze version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PMO reconciles totals and Finalise records source hash, settings and decisions.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504825" y="4057650"/>
          <a:ext xmlns:a="http://schemas.openxmlformats.org/drawingml/2006/main" cx="8134350" cy="590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34350"/>
              </a:tblGrid>
              <a:tr h="228600">
                <a:tc>
                  <a:txBody>
                    <a:bodyPr/>
                    <a:lstStyle/>
                    <a:p>
                      <a:r>
                        <a:rPr sz="750" b="1">
                          <a:latin typeface="Calibri"/>
                          <a:ea typeface="Calibri"/>
                          <a:cs typeface="Calibri"/>
                        </a:rPr>
                        <a:t>Leadership decision and accountability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750" b="0">
                          <a:latin typeface="Calibri"/>
                          <a:ea typeface="Calibri"/>
                          <a:cs typeface="Calibri"/>
                        </a:rPr>
                        <a:t>CIO / ITLT approve the envelope and lever settings. Finance validates the financial basis. BU and EW leaders own portfolio exceptions. IT Portfolio / PMO reconciles and freezes the final AOP version.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418885"/>
      </p:ext>
    </p:extLst>
  </p:cSld>
</p:sld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Phili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2026-09-16T16:02:56.2670000Z</dcterms:created>
  <dcterms:modified xsi:type="dcterms:W3CDTF">2026-09-16T16:02:56.2670000Z</dcterms:modified>
</coreProperties>
</file>