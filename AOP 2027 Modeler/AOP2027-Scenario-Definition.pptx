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459200" cy="9144000"/>
  <p:notesSz cx="9144000" cy="1645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09728"/>
            <a:ext cx="1600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AOP'27 Conference for IT</a:t>
            </a:r>
            <a:pPr indent="0" marL="0">
              <a:buNone/>
            </a:pPr>
            <a:r>
              <a:rPr lang="en-US" sz="1500" dirty="0">
                <a:solidFill>
                  <a:srgbClr val="5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Preset scenario supporting Prioritisation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56032" y="512064"/>
            <a:ext cx="1600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Prioritising demand (278M) to shape the BU | R | F priorities within a 100M baseline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86968"/>
          <a:ext cx="15947136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103120"/>
                <a:gridCol w="1508760"/>
                <a:gridCol w="1371600"/>
                <a:gridCol w="1600200"/>
                <a:gridCol w="1691640"/>
                <a:gridCol w="1325880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25603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Definition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(business view)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Funding Levers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 hMerge="1">
                  <a:tcPr/>
                </a:tc>
              </a:tr>
              <a:tr h="237744"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❶ Legal, Fiscal,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❷ Carry-Over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❸ Sustaining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❹ Value Based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❺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256032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i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i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i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i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i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i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(All BU|R|F)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submitted demand across all levers and organisations before prioritisation.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Total: 278M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criteria and funding mechanism differ per lever. Programmes must qualify before budget is allocated.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Verified LFR
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Law/Regulation/Fiscal ruling for 2027. </a:t>
                      </a:r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Legal/Tax/Compliance confirmed: obligation is real, applies to Philips, minimum-viable scope. Unverified claims excluded.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Confirmed carry-over
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Business Case started in 2026, &lt;10% margin. </a:t>
                      </a:r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ROI-ranked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ordered by benefit-to-cost ratio. 100% bucket = all carry-overs fully protected.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BU-prioritised CCBs
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upgrades, patches, continuity items. </a:t>
                      </a:r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 bucket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funded to 52% of sustaining demand; BU leads choose within ceiling. </a:t>
                      </a:r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tighter. </a:t>
                      </a:r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full demand.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Merit-ranked · Auto ceiling
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by composite merit score (benefit, ROI, strategic alignment). </a:t>
                      </a:r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ceiling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engine funds in merit order until 100M is consumed. Budget is the ceiling. Highest-benefit programmes guaranteed entry.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Value-Based · Decommission scope
</a:t>
                      </a:r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Programmes from the Value Based Portfolio meeting Decommission and Replatforming scope criteria, prioritised by merit. Activated in selected scenarios; savings factored into net benefit score.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(M€)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237744">
                <a:tc gridSpan="1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CONFIGURATIONS — lever cells show: configuration rule · M€ allocated within 100M baseline (Must Do shown at 228M actual)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AOP2026
Approved
</a:t>
                      </a:r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F9A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9A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9A8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B5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year approved IT budget — reference baseline to measure AOP2027 scope change and efficiency.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LFR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tracked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4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161M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approved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split not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portfolio efficiency within 100M. Funds all verified legal obligations, highest-ROI carry-overs, 52% sustaining, and fills remaining budget with the highest-merit value programmes.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LFR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confirmed legal obligations; no unverified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ROI-ranked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Carry-overs by highest benefit-to-cost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 bucket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52% of sustaining demand; BU IT leads prioritise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ceiling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Merit-ranked until 100M budget is consumed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Value-Based · Decomm scope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Decommission-eligible programmes compete within Lever 4; no dedicated allocation in this 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and obligation protection first. All carry-overs and all sustaining engineering fully funded before any value investment. Risk-averse, low-disruption view.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bucket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verified LFR demand funded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bucket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carry-overs fully protected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bucket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M€ (budget exhausted)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L1+L2 consume full budget; sustaining unfunded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ceiling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M€ (no budget)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budget remaining for value investment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Value-Based · Decomm scope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Decommission-eligible programmes compete within Lever 4; no dedicated allocation in this 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conference starting point. Calibrated mix: verified legal, ROI-ranked carry-overs, 52% sustaining, IT Simplification activated, topped with highest-merit value. Maximises governance quality within 100M.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LFR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cap applied; unverified claims excluded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ROI-ranked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Carry-overs ordered by benefit-to-cost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 bucket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 of sustaining demand; BU IT leads prioritise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ceiling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Merit-ranked; fills remaining budget after Levers 1-3 &amp;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Value-Based · Decomm scope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Merit-prioritised in Decomm &amp; Replatform scope; savings in net benefit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Maximise hard returns — revenue and productivity. Tighter 40% sustaining bucket frees budget for highest-return value programmes. Hard benefits drive the merit ranking.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LFR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verified obligations funded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ROI-ranked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Carry-overs by benefit-to-cost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bucket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Tighter ceiling — more budget freed for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ceiling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Hard-benefit weight boosted; revenue &amp; productivity drive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Value-Based · Decomm scope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Decommission-eligible programmes compete within Lever 4; no dedicated allocation in this 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B4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B4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7B4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228M ↑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7B5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cost of non-discretionary obligations. Same configuration as Balanced Portfolio but all validated Must-Do programmes are funded on top of the 100M baseline. Reveals the 128M gap.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+ Must Do on top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LFR + all validated Must-Do obligations added on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Do on top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Must-Do carry-overs protected above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Do on top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43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Must-Do sustaining scope funded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Do on top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03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+ Must-Do programmes above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Value-Based · Decomm scope
</a:t>
                      </a:r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5F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 M€
</a:t>
                      </a:r>
                      <a:pPr algn="ctr" indent="0" marL="0">
                        <a:buNone/>
                      </a:pPr>
                      <a:r>
                        <a:rPr lang="en-US" sz="6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Must-Do programmes in Decomm &amp; Replatform scope; merit-ranked above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BBB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56032" y="8394192"/>
            <a:ext cx="1600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Hard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Revenue Increase, Productivity Savings     </a:t>
            </a:r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Soft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Compliance, Security, Cost Avoidance, Process Simplification, Enabling     </a:t>
            </a:r>
            <a:pPr indent="0" marL="0">
              <a:buNone/>
            </a:pPr>
            <a:r>
              <a:rPr lang="en-US" sz="7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AOP2026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stage estimates indicative — not from programme-level data     </a:t>
            </a:r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zero or negligible (&lt;0.1 M€)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56032" y="8650224"/>
            <a:ext cx="1600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values (M€) computed from AOP2027 demand data per funded programme. Must Do: 228M€ (128M€ above 100M baseline). Source: AOP2027-IT-Portfolio-Scenario-Modelling v5.9.6 · Run: 6 October 2026.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2026-10-06T04:20:27Z</dcterms:created>
  <dcterms:modified xsi:type="dcterms:W3CDTF">2026-10-06T04:20:27Z</dcterms:modified>
</cp:coreProperties>
</file>